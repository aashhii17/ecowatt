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9" r:id="rId3"/>
    <p:sldId id="260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96"/>
    <a:srgbClr val="A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15" d="100"/>
          <a:sy n="115" d="100"/>
        </p:scale>
        <p:origin x="816" y="-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1AD051-A471-BD83-D56B-099B74C6DC1D}"/>
              </a:ext>
            </a:extLst>
          </p:cNvPr>
          <p:cNvSpPr txBox="1"/>
          <p:nvPr userDrawn="1"/>
        </p:nvSpPr>
        <p:spPr>
          <a:xfrm>
            <a:off x="6150328" y="1635407"/>
            <a:ext cx="5982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04B6FD-65BD-1992-B8BC-180D4237329E}"/>
              </a:ext>
            </a:extLst>
          </p:cNvPr>
          <p:cNvSpPr txBox="1"/>
          <p:nvPr userDrawn="1"/>
        </p:nvSpPr>
        <p:spPr>
          <a:xfrm>
            <a:off x="0" y="960582"/>
            <a:ext cx="9141619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255687-52AC-452A-4201-654EC12B9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475"/>
          <a:stretch/>
        </p:blipFill>
        <p:spPr>
          <a:xfrm>
            <a:off x="1597892" y="-1"/>
            <a:ext cx="5808748" cy="7897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C70F189-7EEE-87CF-9014-5C83F4C28408}"/>
              </a:ext>
            </a:extLst>
          </p:cNvPr>
          <p:cNvSpPr txBox="1"/>
          <p:nvPr userDrawn="1"/>
        </p:nvSpPr>
        <p:spPr>
          <a:xfrm>
            <a:off x="581891" y="2374525"/>
            <a:ext cx="306739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dirty="0" smtClean="0"/>
              <a:t>Project</a:t>
            </a:r>
            <a:r>
              <a:rPr lang="en-US" baseline="0" dirty="0" smtClean="0"/>
              <a:t> Title</a:t>
            </a:r>
            <a:r>
              <a:rPr lang="en-US" dirty="0" smtClean="0"/>
              <a:t>: </a:t>
            </a:r>
            <a:endParaRPr lang="en-US" dirty="0"/>
          </a:p>
          <a:p>
            <a:pPr lvl="0">
              <a:lnSpc>
                <a:spcPct val="150000"/>
              </a:lnSpc>
            </a:pPr>
            <a:r>
              <a:rPr lang="en-US" dirty="0" smtClean="0"/>
              <a:t>Branch / Year:</a:t>
            </a:r>
            <a:endParaRPr lang="en-US" dirty="0"/>
          </a:p>
          <a:p>
            <a:pPr lvl="0">
              <a:lnSpc>
                <a:spcPct val="150000"/>
              </a:lnSpc>
            </a:pPr>
            <a:r>
              <a:rPr lang="en-US" baseline="0" dirty="0" smtClean="0"/>
              <a:t>Name 1/Enrollment number </a:t>
            </a:r>
            <a:r>
              <a:rPr lang="en-US" dirty="0" smtClean="0"/>
              <a:t>:</a:t>
            </a:r>
            <a:endParaRPr lang="en-US" dirty="0"/>
          </a:p>
          <a:p>
            <a:pPr lvl="0">
              <a:lnSpc>
                <a:spcPct val="150000"/>
              </a:lnSpc>
            </a:pPr>
            <a:r>
              <a:rPr lang="en-US" baseline="0" dirty="0" smtClean="0"/>
              <a:t>Name 2/Enrollment number </a:t>
            </a:r>
            <a:r>
              <a:rPr lang="en-US" dirty="0" smtClean="0"/>
              <a:t>:</a:t>
            </a:r>
          </a:p>
          <a:p>
            <a:pPr lvl="0">
              <a:lnSpc>
                <a:spcPct val="150000"/>
              </a:lnSpc>
            </a:pPr>
            <a:r>
              <a:rPr lang="en-US" baseline="0" dirty="0" smtClean="0"/>
              <a:t>Name 3/Enrollment number </a:t>
            </a:r>
            <a:r>
              <a:rPr lang="en-US" dirty="0" smtClean="0"/>
              <a:t>:</a:t>
            </a:r>
          </a:p>
          <a:p>
            <a:pPr lvl="0">
              <a:lnSpc>
                <a:spcPct val="150000"/>
              </a:lnSpc>
            </a:pPr>
            <a:r>
              <a:rPr lang="en-US" baseline="0" dirty="0" smtClean="0"/>
              <a:t>Name 4/Enrollment number </a:t>
            </a:r>
            <a:r>
              <a:rPr lang="en-US" dirty="0" smtClean="0"/>
              <a:t>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5379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1AD051-A471-BD83-D56B-099B74C6DC1D}"/>
              </a:ext>
            </a:extLst>
          </p:cNvPr>
          <p:cNvSpPr txBox="1"/>
          <p:nvPr userDrawn="1"/>
        </p:nvSpPr>
        <p:spPr>
          <a:xfrm>
            <a:off x="6150328" y="1635407"/>
            <a:ext cx="5982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7D4173-00E4-ED90-6772-5DEBFAC2D9A2}"/>
              </a:ext>
            </a:extLst>
          </p:cNvPr>
          <p:cNvSpPr txBox="1"/>
          <p:nvPr userDrawn="1"/>
        </p:nvSpPr>
        <p:spPr>
          <a:xfrm>
            <a:off x="352425" y="1704975"/>
            <a:ext cx="6029317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 smtClean="0">
                <a:solidFill>
                  <a:schemeClr val="tx1"/>
                </a:solidFill>
                <a:effectLst/>
                <a:latin typeface="+mn-lt"/>
              </a:rPr>
              <a:t>Introduction</a:t>
            </a:r>
            <a:endParaRPr lang="en-IN" sz="18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Methodology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Result and Discussions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Conclusion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 smtClean="0">
                <a:solidFill>
                  <a:schemeClr val="tx1"/>
                </a:solidFill>
                <a:effectLst/>
                <a:latin typeface="+mn-lt"/>
              </a:rPr>
              <a:t>References  </a:t>
            </a:r>
            <a:r>
              <a:rPr lang="en-IN" sz="1800" b="0" i="0" u="none" strike="noStrike" dirty="0" err="1" smtClean="0">
                <a:solidFill>
                  <a:schemeClr val="tx1"/>
                </a:solidFill>
                <a:effectLst/>
                <a:latin typeface="+mn-lt"/>
              </a:rPr>
              <a:t>etc</a:t>
            </a:r>
            <a:r>
              <a:rPr lang="en-IN" sz="1800" b="0" i="0" u="none" strike="noStrike" dirty="0" smtClean="0">
                <a:solidFill>
                  <a:schemeClr val="tx1"/>
                </a:solidFill>
                <a:effectLst/>
                <a:latin typeface="+mn-lt"/>
              </a:rPr>
              <a:t> you can edit topic as per your requirements</a:t>
            </a:r>
            <a:endParaRPr lang="en-IN" sz="1800" b="0" i="0" u="none" strike="noStrike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04B6FD-65BD-1992-B8BC-180D4237329E}"/>
              </a:ext>
            </a:extLst>
          </p:cNvPr>
          <p:cNvSpPr txBox="1"/>
          <p:nvPr userDrawn="1"/>
        </p:nvSpPr>
        <p:spPr>
          <a:xfrm>
            <a:off x="0" y="960582"/>
            <a:ext cx="9141619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CONTENTS:</a:t>
            </a:r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6255687-52AC-452A-4201-654EC12B9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39475"/>
          <a:stretch/>
        </p:blipFill>
        <p:spPr>
          <a:xfrm>
            <a:off x="1597892" y="-1"/>
            <a:ext cx="5808748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4306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7320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1AD051-A471-BD83-D56B-099B74C6DC1D}"/>
              </a:ext>
            </a:extLst>
          </p:cNvPr>
          <p:cNvSpPr txBox="1"/>
          <p:nvPr userDrawn="1"/>
        </p:nvSpPr>
        <p:spPr>
          <a:xfrm>
            <a:off x="5939082" y="1659638"/>
            <a:ext cx="5982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237DAA-0A24-7FE5-0148-35C96F841CA9}"/>
              </a:ext>
            </a:extLst>
          </p:cNvPr>
          <p:cNvSpPr txBox="1"/>
          <p:nvPr userDrawn="1"/>
        </p:nvSpPr>
        <p:spPr>
          <a:xfrm>
            <a:off x="915324" y="1543296"/>
            <a:ext cx="67577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Font Style and Size:</a:t>
            </a:r>
            <a:endParaRPr lang="en-US" b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Titles: 28-36 pts.</a:t>
            </a: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Subtitles/Body Text: 18-24 pts.</a:t>
            </a: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Use font Calibri or Times New Roman for readability.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Color Scheme:</a:t>
            </a:r>
            <a:endParaRPr lang="en-US" b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Use 2-3 colors for consistency</a:t>
            </a: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Ensure text contrasts with the background for visibility.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Alignment and Spacing:</a:t>
            </a:r>
            <a:endParaRPr lang="en-US" b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Align text and visuals for a neat appearance.</a:t>
            </a: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Use white space to avoid clutter.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Slides and Presentation time: </a:t>
            </a:r>
            <a:endParaRPr lang="en-US" b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  <a:p>
            <a:pPr marL="60007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Maximum 15 slides excluding first two slides.</a:t>
            </a:r>
          </a:p>
          <a:p>
            <a:pPr marL="60007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10 minutes max, including Q/A.</a:t>
            </a:r>
          </a:p>
          <a:p>
            <a:endParaRPr lang="en-IN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F938519-1AF3-B956-9F53-041CB18C0B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49313"/>
            <a:ext cx="9142413" cy="342178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INTRODUCTION :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85353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bg>
      <p:bgPr>
        <a:gradFill flip="none" rotWithShape="1"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1AD051-A471-BD83-D56B-099B74C6DC1D}"/>
              </a:ext>
            </a:extLst>
          </p:cNvPr>
          <p:cNvSpPr txBox="1"/>
          <p:nvPr userDrawn="1"/>
        </p:nvSpPr>
        <p:spPr>
          <a:xfrm>
            <a:off x="6150328" y="1635407"/>
            <a:ext cx="5982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20C5E1B-BB9B-8215-E12B-A8D6C18F43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81" y="875259"/>
            <a:ext cx="9141619" cy="382316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8DFBF5E-8C9F-42A9-01EA-DE06B88D8F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692" y="1560867"/>
            <a:ext cx="6678035" cy="403955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Edit Master text styles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292895-D6BD-64FB-AB99-505A04C68A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2578"/>
          <a:stretch/>
        </p:blipFill>
        <p:spPr>
          <a:xfrm>
            <a:off x="1812174" y="0"/>
            <a:ext cx="5484551" cy="722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40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5">
                <a:lumMod val="5000"/>
                <a:lumOff val="95000"/>
              </a:schemeClr>
            </a:gs>
            <a:gs pos="74000">
              <a:schemeClr val="accent5">
                <a:lumMod val="45000"/>
                <a:lumOff val="55000"/>
              </a:schemeClr>
            </a:gs>
            <a:gs pos="83000">
              <a:schemeClr val="accent5">
                <a:lumMod val="45000"/>
                <a:lumOff val="55000"/>
              </a:schemeClr>
            </a:gs>
            <a:gs pos="100000">
              <a:schemeClr val="accent5">
                <a:lumMod val="30000"/>
                <a:lumOff val="70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04B6FD-65BD-1992-B8BC-180D4237329E}"/>
              </a:ext>
            </a:extLst>
          </p:cNvPr>
          <p:cNvSpPr txBox="1"/>
          <p:nvPr userDrawn="1"/>
        </p:nvSpPr>
        <p:spPr>
          <a:xfrm>
            <a:off x="0" y="960582"/>
            <a:ext cx="9141619" cy="40011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IN" sz="2000" b="1" dirty="0">
              <a:solidFill>
                <a:schemeClr val="bg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255687-52AC-452A-4201-654EC12B9E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r="39475"/>
          <a:stretch/>
        </p:blipFill>
        <p:spPr>
          <a:xfrm>
            <a:off x="1597892" y="-1"/>
            <a:ext cx="5808748" cy="789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9463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9" r:id="rId2"/>
    <p:sldLayoutId id="2147483687" r:id="rId3"/>
    <p:sldLayoutId id="2147483688" r:id="rId4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Layout 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D4173-00E4-ED90-6772-5DEBFAC2D9A2}"/>
              </a:ext>
            </a:extLst>
          </p:cNvPr>
          <p:cNvSpPr txBox="1">
            <a:spLocks noGrp="1"/>
          </p:cNvSpPr>
          <p:nvPr>
            <p:ph sz="quarter" idx="14"/>
          </p:nvPr>
        </p:nvSpPr>
        <p:spPr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 smtClean="0">
                <a:solidFill>
                  <a:schemeClr val="tx1"/>
                </a:solidFill>
                <a:effectLst/>
                <a:latin typeface="+mn-lt"/>
              </a:rPr>
              <a:t>Introduction</a:t>
            </a:r>
            <a:endParaRPr lang="en-IN" sz="1800" b="0" i="0" u="none" strike="noStrike" dirty="0">
              <a:solidFill>
                <a:schemeClr val="tx1"/>
              </a:solidFill>
              <a:effectLst/>
              <a:latin typeface="+mn-lt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Methodology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Result and Discussions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Conclusion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b="0" i="0" u="none" strike="noStrike" dirty="0" smtClean="0">
                <a:solidFill>
                  <a:schemeClr val="tx1"/>
                </a:solidFill>
                <a:effectLst/>
                <a:latin typeface="+mn-lt"/>
              </a:rPr>
              <a:t>References  </a:t>
            </a:r>
            <a:r>
              <a:rPr lang="en-IN" sz="1800" b="0" i="0" u="none" strike="noStrike" dirty="0" err="1" smtClean="0">
                <a:solidFill>
                  <a:schemeClr val="tx1"/>
                </a:solidFill>
                <a:effectLst/>
                <a:latin typeface="+mn-lt"/>
              </a:rPr>
              <a:t>etc</a:t>
            </a:r>
            <a:r>
              <a:rPr lang="en-IN" sz="1800" b="0" i="0" u="none" strike="noStrike" dirty="0" smtClean="0">
                <a:solidFill>
                  <a:schemeClr val="tx1"/>
                </a:solidFill>
                <a:effectLst/>
                <a:latin typeface="+mn-lt"/>
              </a:rPr>
              <a:t> you can edit topic as per your requirements</a:t>
            </a:r>
            <a:endParaRPr lang="en-IN" sz="1800" b="0" i="0" u="none" strike="noStrike" dirty="0"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178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237DAA-0A24-7FE5-0148-35C96F841CA9}"/>
              </a:ext>
            </a:extLst>
          </p:cNvPr>
          <p:cNvSpPr txBox="1">
            <a:spLocks noGrp="1"/>
          </p:cNvSpPr>
          <p:nvPr>
            <p:ph sz="quarter" idx="14"/>
          </p:nvPr>
        </p:nvSpPr>
        <p:spPr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Font Style and Size:</a:t>
            </a:r>
            <a:endParaRPr lang="en-US" b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Titles: 28-36 pts.</a:t>
            </a: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Subtitles/Body Text: 18-24 pts.</a:t>
            </a: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Use font Calibri or Times New Roman for readability.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Color Scheme:</a:t>
            </a:r>
            <a:endParaRPr lang="en-US" b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Use 2-3 colors for consistency</a:t>
            </a: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Ensure text contrasts with the background for visibility.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Alignment and Spacing:</a:t>
            </a:r>
            <a:endParaRPr lang="en-US" b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Align text and visuals for a neat appearance.</a:t>
            </a:r>
          </a:p>
          <a:p>
            <a:pPr marL="59372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Use white space to avoid clutter.</a:t>
            </a:r>
          </a:p>
          <a:p>
            <a:pPr mar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sz="1800" b="1" i="0" u="none" strike="noStrike" dirty="0">
                <a:solidFill>
                  <a:schemeClr val="accent1">
                    <a:lumMod val="50000"/>
                  </a:schemeClr>
                </a:solidFill>
                <a:effectLst/>
                <a:latin typeface="+mn-lt"/>
              </a:rPr>
              <a:t>Slides and Presentation time: </a:t>
            </a:r>
            <a:endParaRPr lang="en-US" b="0" dirty="0">
              <a:solidFill>
                <a:schemeClr val="accent1">
                  <a:lumMod val="50000"/>
                </a:schemeClr>
              </a:solidFill>
              <a:effectLst/>
              <a:latin typeface="+mn-lt"/>
            </a:endParaRPr>
          </a:p>
          <a:p>
            <a:pPr marL="60007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Maximum 15 slides excluding first two slides.</a:t>
            </a:r>
          </a:p>
          <a:p>
            <a:pPr marL="600075" indent="-285750" rtl="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+mn-lt"/>
              </a:rPr>
              <a:t>10 minutes max, including Q/A.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755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ET CONFERENCE TEMPLATE FINAL" id="{AA875BF6-8251-4ADA-A536-A465780F1DD2}" vid="{0F61B220-8AC9-489A-A914-A5D4B059586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17</TotalTime>
  <Words>85</Words>
  <Application>Microsoft Office PowerPoint</Application>
  <PresentationFormat>On-screen Show (4:3)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Retrospect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4</cp:revision>
  <dcterms:created xsi:type="dcterms:W3CDTF">2025-02-28T07:30:56Z</dcterms:created>
  <dcterms:modified xsi:type="dcterms:W3CDTF">2025-02-28T07:47:58Z</dcterms:modified>
</cp:coreProperties>
</file>